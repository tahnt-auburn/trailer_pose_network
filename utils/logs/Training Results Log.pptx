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61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52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7" d="100"/>
          <a:sy n="107" d="100"/>
        </p:scale>
        <p:origin x="4380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35888-9EF3-5FAF-3489-EB6E991B92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317C5-9C06-417A-1E72-42CCB5D7E8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AC090-10FF-47D9-9C73-2F1C75BA1778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EB83A-AFF3-B328-96C8-B27BE275BC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9583D-8ECF-70DE-1362-E090583DF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A9852-E03D-45C0-B5C6-403738D69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30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60C45-FD41-461B-9730-9A806B961187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84FAE-8C9F-41E4-A822-1054226EB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3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53287A-50BB-835A-67FC-AE22D99FDFA7}"/>
              </a:ext>
            </a:extLst>
          </p:cNvPr>
          <p:cNvCxnSpPr>
            <a:cxnSpLocks/>
          </p:cNvCxnSpPr>
          <p:nvPr userDrawn="1"/>
        </p:nvCxnSpPr>
        <p:spPr>
          <a:xfrm>
            <a:off x="1803266" y="3509963"/>
            <a:ext cx="5537469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6305"/>
                </a:gs>
                <a:gs pos="100000">
                  <a:srgbClr val="001D48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1E2ADEA-10BB-8DF0-185A-C22452B17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675965"/>
            <a:ext cx="6858000" cy="833998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56E28-CF5C-79EE-64E5-AED9506C1C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46704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62482-B20D-5781-B379-4329098F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1EC342-5779-358A-0311-644E99E0F962}"/>
              </a:ext>
            </a:extLst>
          </p:cNvPr>
          <p:cNvSpPr txBox="1"/>
          <p:nvPr userDrawn="1"/>
        </p:nvSpPr>
        <p:spPr>
          <a:xfrm>
            <a:off x="6916268" y="6228889"/>
            <a:ext cx="22277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GPS &amp; Vehicle Dynamics Laboratory</a:t>
            </a:r>
          </a:p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Samuel Ginn College of Engineering</a:t>
            </a:r>
          </a:p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Auburn University</a:t>
            </a:r>
          </a:p>
        </p:txBody>
      </p:sp>
    </p:spTree>
    <p:extLst>
      <p:ext uri="{BB962C8B-B14F-4D97-AF65-F5344CB8AC3E}">
        <p14:creationId xmlns:p14="http://schemas.microsoft.com/office/powerpoint/2010/main" val="1509942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4FC7E5-DD72-3887-47BD-A45441FD0398}"/>
              </a:ext>
            </a:extLst>
          </p:cNvPr>
          <p:cNvCxnSpPr/>
          <p:nvPr userDrawn="1"/>
        </p:nvCxnSpPr>
        <p:spPr>
          <a:xfrm>
            <a:off x="628652" y="975586"/>
            <a:ext cx="5537469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6305"/>
                </a:gs>
                <a:gs pos="100000">
                  <a:srgbClr val="001D48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3B22178-EF2E-2A1E-BD60-3B8E3BCE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04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510DD-86DB-A61A-9ED6-E1377276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25084"/>
            <a:ext cx="7886700" cy="5051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5884C-64FF-8722-3E79-B781E745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A06FF-AE39-2AE3-AC88-B6AA809E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92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CB693-B6D9-A283-7078-6BB04880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3574A-AC24-986D-A6B5-CF53C76A6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65C26-4A50-BF12-EF64-388979E0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12EA9-79C3-10D5-C5B6-D04CD766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F54E25-5D9F-5A84-7BF9-50875056D372}"/>
              </a:ext>
            </a:extLst>
          </p:cNvPr>
          <p:cNvCxnSpPr/>
          <p:nvPr userDrawn="1"/>
        </p:nvCxnSpPr>
        <p:spPr>
          <a:xfrm>
            <a:off x="623888" y="4562475"/>
            <a:ext cx="5537469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6305"/>
                </a:gs>
                <a:gs pos="100000">
                  <a:srgbClr val="001D48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89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D3A87-3402-6B58-4006-C9098B1A4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54975"/>
            <a:ext cx="3886200" cy="5021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92222-5843-209C-65DF-69A3E7E7C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54978"/>
            <a:ext cx="3886200" cy="50219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64BCF-837F-3776-7741-44C3B670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D4575-30AE-AE84-E552-073D3878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905996-A846-70A2-CFE6-51771C190838}"/>
              </a:ext>
            </a:extLst>
          </p:cNvPr>
          <p:cNvCxnSpPr/>
          <p:nvPr userDrawn="1"/>
        </p:nvCxnSpPr>
        <p:spPr>
          <a:xfrm>
            <a:off x="628652" y="975586"/>
            <a:ext cx="5537469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6305"/>
                </a:gs>
                <a:gs pos="100000">
                  <a:srgbClr val="001D48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CAE31226-2B5D-487C-4885-EFFE1713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04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87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D0A57-0B0F-8343-C50C-8D1652D54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147486"/>
            <a:ext cx="3868340" cy="9054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9A7B9-305B-31C7-2BD0-08BA65075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52923"/>
            <a:ext cx="3868340" cy="4136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BB50C-A37C-5E0B-9200-A591E0557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142273"/>
            <a:ext cx="3887391" cy="910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43325-EC71-8952-7E15-5F059FB38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052923"/>
            <a:ext cx="3887391" cy="4136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065E7-8895-DADE-B640-8D4C7D52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EA111-7B1A-1794-5EC5-707721007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C65D4F-3565-E5E0-80AB-659CC3CA3132}"/>
              </a:ext>
            </a:extLst>
          </p:cNvPr>
          <p:cNvCxnSpPr/>
          <p:nvPr userDrawn="1"/>
        </p:nvCxnSpPr>
        <p:spPr>
          <a:xfrm>
            <a:off x="628652" y="975586"/>
            <a:ext cx="5537469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6305"/>
                </a:gs>
                <a:gs pos="100000">
                  <a:srgbClr val="001D48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BD306A11-AD80-DC7D-89ED-F4A6A54E2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04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79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57123-F852-4305-B64D-F5CCA140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B0E02-6097-471F-4A64-C6E2881C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ADDA89-746D-B14A-77F8-EBFB5C1AD4D6}"/>
              </a:ext>
            </a:extLst>
          </p:cNvPr>
          <p:cNvCxnSpPr/>
          <p:nvPr userDrawn="1"/>
        </p:nvCxnSpPr>
        <p:spPr>
          <a:xfrm>
            <a:off x="628652" y="975586"/>
            <a:ext cx="5537469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6305"/>
                </a:gs>
                <a:gs pos="100000">
                  <a:srgbClr val="001D48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BA2FE985-9032-5CA2-A1C0-5106999E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04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D17BD5-05D0-2244-0AAD-92382AA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ED582-EF1F-C13E-0D25-3DF22923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9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7882-08AB-FC0C-6504-9E409542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E2E85-E8D5-A797-5AF7-2AE8AAC7E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DB504-928A-115B-8F9E-F4C2B24F7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AD8A2-2C96-B588-755B-16ECC2E1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71B8F-6293-E055-6A6F-160024C3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6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B548-8647-5E12-DB1A-388DEBBF4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7DF0F-6EB8-BB11-247A-0F3DFD3E2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785B0-629E-1FB8-2B07-D39B64670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687B0-0BB0-0FFD-F715-FFF6F8FA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8AF49-69D7-569F-B37A-BED3F402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1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54652-D9A8-8BC2-CCCF-6B3C0C764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B111B-FA2C-AF02-1C98-0C990B72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6CFCC-FB57-CE85-FDEC-5BC21E5E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946301-AB0F-1E81-2C2B-D4D3D760512A}"/>
              </a:ext>
            </a:extLst>
          </p:cNvPr>
          <p:cNvCxnSpPr/>
          <p:nvPr userDrawn="1"/>
        </p:nvCxnSpPr>
        <p:spPr>
          <a:xfrm>
            <a:off x="628652" y="975586"/>
            <a:ext cx="5537469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6305"/>
                </a:gs>
                <a:gs pos="100000">
                  <a:srgbClr val="001D48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1D3FBF6-6758-CB13-CB49-D1042483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04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88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DB5094A-23C0-E4DF-593C-B1467D040703}"/>
              </a:ext>
            </a:extLst>
          </p:cNvPr>
          <p:cNvGrpSpPr/>
          <p:nvPr userDrawn="1"/>
        </p:nvGrpSpPr>
        <p:grpSpPr>
          <a:xfrm>
            <a:off x="2" y="6176962"/>
            <a:ext cx="1609163" cy="681037"/>
            <a:chOff x="0" y="6176962"/>
            <a:chExt cx="1584254" cy="681037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BF2BED6-7585-0A6D-80AF-544F443EC3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0" y="6176962"/>
              <a:ext cx="681037" cy="68103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353D2FD-7E3C-818B-E189-673B180770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14" b="30333"/>
            <a:stretch/>
          </p:blipFill>
          <p:spPr>
            <a:xfrm>
              <a:off x="692220" y="6296023"/>
              <a:ext cx="892034" cy="442913"/>
            </a:xfrm>
            <a:prstGeom prst="rect">
              <a:avLst/>
            </a:prstGeom>
          </p:spPr>
        </p:pic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DD575-17CD-751F-8655-7076603AF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8754A-3EFA-BDCC-67EC-989DF63B0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AB9E1-54E2-09B6-9412-3C696133F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02641-C643-CE9B-BE09-A2FB8E3E0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F8344-46E5-4DFE-BBF5-E9F740A4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4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4827-8838-E112-122D-638590DFDD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Results Log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2E69F-BD8A-F3EF-4FB8-2F44E40B6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52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EC4D-D5DC-EF66-64AE-8C915AFB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B961-6DCC-B6CF-7D9D-CDC84166D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125084"/>
            <a:ext cx="8367069" cy="5051880"/>
          </a:xfrm>
        </p:spPr>
        <p:txBody>
          <a:bodyPr>
            <a:normAutofit/>
          </a:bodyPr>
          <a:lstStyle/>
          <a:p>
            <a:r>
              <a:rPr lang="en-US" sz="1400" b="1" dirty="0"/>
              <a:t>Weight path</a:t>
            </a:r>
            <a:r>
              <a:rPr lang="en-US" sz="1400" dirty="0"/>
              <a:t>: “~\weights\simulation\</a:t>
            </a:r>
            <a:r>
              <a:rPr lang="en-US" sz="1400" dirty="0" err="1"/>
              <a:t>space_time</a:t>
            </a:r>
            <a:r>
              <a:rPr lang="en-US" sz="1400" dirty="0"/>
              <a:t>\space_time_cam_can_imu_5k_L.pth”</a:t>
            </a:r>
          </a:p>
          <a:p>
            <a:r>
              <a:rPr lang="en-US" sz="1400" b="1" dirty="0"/>
              <a:t>Sensor Inputs</a:t>
            </a:r>
            <a:r>
              <a:rPr lang="en-US" sz="1400" dirty="0"/>
              <a:t>: Rear mirror cameras, CAN steer, CAN velocity, Ay IMU, Raw rate IMU</a:t>
            </a:r>
          </a:p>
          <a:p>
            <a:r>
              <a:rPr lang="en-US" sz="1400" b="1" dirty="0"/>
              <a:t>Fusion Method</a:t>
            </a:r>
            <a:r>
              <a:rPr lang="en-US" sz="1400" dirty="0"/>
              <a:t>: Early Concatenation</a:t>
            </a:r>
          </a:p>
          <a:p>
            <a:r>
              <a:rPr lang="en-US" sz="1400" b="1" dirty="0"/>
              <a:t>Outputs: </a:t>
            </a:r>
            <a:r>
              <a:rPr lang="en-US" sz="1400" dirty="0"/>
              <a:t>Hitch, Hitch rate</a:t>
            </a:r>
          </a:p>
          <a:p>
            <a:r>
              <a:rPr lang="en-US" sz="1400" b="1" dirty="0"/>
              <a:t>Architecture: </a:t>
            </a:r>
            <a:r>
              <a:rPr lang="en-US" sz="1400" dirty="0"/>
              <a:t>Dimensions: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384. Heads: 8. Depth: 12. Image Size: 224x224. Patch Size: 16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L1 Loss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Size: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/>
              <a:t>Final Results: </a:t>
            </a:r>
            <a:r>
              <a:rPr lang="en-US" sz="1400" dirty="0"/>
              <a:t>22 epochs. Training RMSE: (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0.63629967, 0.98244935</a:t>
            </a:r>
            <a:r>
              <a:rPr lang="en-US" sz="1400" dirty="0"/>
              <a:t>), Val RMSE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(0.99091375 1.4172454) 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8004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0A5B-C746-B66E-36A2-56BD5202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527382-BE6E-ACDE-35E0-9D523BF2C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80" y="3818998"/>
            <a:ext cx="3805881" cy="28544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20B01B-D555-6200-E8DA-1B4685F4C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058" y="3966194"/>
            <a:ext cx="3805881" cy="2854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96EA95-0A01-F7AC-58F0-98839BAF791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52" y="1041488"/>
            <a:ext cx="3899606" cy="29247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010A36-DAF0-AE29-B5EB-DD0513124C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059" y="1076634"/>
            <a:ext cx="3805880" cy="285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43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EC4D-D5DC-EF66-64AE-8C915AFB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B961-6DCC-B6CF-7D9D-CDC84166D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125084"/>
            <a:ext cx="8367069" cy="5051880"/>
          </a:xfrm>
        </p:spPr>
        <p:txBody>
          <a:bodyPr>
            <a:normAutofit/>
          </a:bodyPr>
          <a:lstStyle/>
          <a:p>
            <a:r>
              <a:rPr lang="en-US" sz="1400" b="1" dirty="0"/>
              <a:t>Weight path</a:t>
            </a:r>
            <a:r>
              <a:rPr lang="en-US" sz="1400" dirty="0"/>
              <a:t>: “~\weights\simulation\</a:t>
            </a:r>
            <a:r>
              <a:rPr lang="en-US" sz="1400" dirty="0" err="1"/>
              <a:t>space_time</a:t>
            </a:r>
            <a:r>
              <a:rPr lang="en-US" sz="1400" dirty="0"/>
              <a:t>\space_time_cam_can_imu_5k_M.pth”</a:t>
            </a:r>
          </a:p>
          <a:p>
            <a:r>
              <a:rPr lang="en-US" sz="1400" b="1" dirty="0"/>
              <a:t>Sensor Inputs</a:t>
            </a:r>
            <a:r>
              <a:rPr lang="en-US" sz="1400" dirty="0"/>
              <a:t>: Rear mirror cameras, CAN steer, CAN velocity, Ay IMU, Raw rate IMU</a:t>
            </a:r>
          </a:p>
          <a:p>
            <a:r>
              <a:rPr lang="en-US" sz="1400" b="1" dirty="0"/>
              <a:t>Fusion Method</a:t>
            </a:r>
            <a:r>
              <a:rPr lang="en-US" sz="1400" dirty="0"/>
              <a:t>: Early Concatenation</a:t>
            </a:r>
          </a:p>
          <a:p>
            <a:r>
              <a:rPr lang="en-US" sz="1400" b="1" dirty="0"/>
              <a:t>Outputs: </a:t>
            </a:r>
            <a:r>
              <a:rPr lang="en-US" sz="1400" dirty="0"/>
              <a:t>Hitch, Hitch rate</a:t>
            </a:r>
          </a:p>
          <a:p>
            <a:r>
              <a:rPr lang="en-US" sz="1400" b="1" dirty="0"/>
              <a:t>Architecture: </a:t>
            </a:r>
            <a:r>
              <a:rPr lang="en-US" sz="1400" dirty="0"/>
              <a:t>Dimensions: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768. Heads: 8. Depth: 12. Image Size: 224x224. Patch Size: 16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L1 Loss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Size: 4</a:t>
            </a:r>
          </a:p>
          <a:p>
            <a:r>
              <a:rPr lang="en-US" sz="1400" b="1" dirty="0"/>
              <a:t>Final Epochs: </a:t>
            </a:r>
            <a:r>
              <a:rPr lang="en-US" sz="1400" dirty="0"/>
              <a:t>30 epochs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4925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7790-6FE8-35D8-B204-2E509A4A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CAF67-B247-FAAC-BFAA-A5174FB6D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907" y="868793"/>
            <a:ext cx="4149535" cy="311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BDA57-C215-9210-4E22-E073FBFF1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70" y="1049078"/>
            <a:ext cx="4118707" cy="3089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E6E26E-09CD-379D-3047-29D460AE1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74150"/>
            <a:ext cx="3943350" cy="2935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CFA507-E763-3022-FC63-B354C4399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6" y="4058108"/>
            <a:ext cx="3696242" cy="275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3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uburn">
      <a:dk1>
        <a:sysClr val="windowText" lastClr="000000"/>
      </a:dk1>
      <a:lt1>
        <a:sysClr val="window" lastClr="FFFFFF"/>
      </a:lt1>
      <a:dk2>
        <a:srgbClr val="0C2340"/>
      </a:dk2>
      <a:lt2>
        <a:srgbClr val="E7E6E6"/>
      </a:lt2>
      <a:accent1>
        <a:srgbClr val="0C2340"/>
      </a:accent1>
      <a:accent2>
        <a:srgbClr val="E8772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EFF88A0-3F97-4A0A-8311-CC9592051EBA}" vid="{4F5CB615-272A-44D2-8C19-F693AA26E4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Auburn GAVLAB Template (No Tiger) 4-3</Template>
  <TotalTime>4538</TotalTime>
  <Words>215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Corbel</vt:lpstr>
      <vt:lpstr>Office Theme</vt:lpstr>
      <vt:lpstr>Training Results Log</vt:lpstr>
      <vt:lpstr>Results 1</vt:lpstr>
      <vt:lpstr>Results 1</vt:lpstr>
      <vt:lpstr>Results 2</vt:lpstr>
      <vt:lpstr>Results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Tahn Thawainin</dc:creator>
  <cp:lastModifiedBy>Tahn Thawainin</cp:lastModifiedBy>
  <cp:revision>2</cp:revision>
  <dcterms:created xsi:type="dcterms:W3CDTF">2025-06-18T14:43:13Z</dcterms:created>
  <dcterms:modified xsi:type="dcterms:W3CDTF">2025-06-25T16:35:15Z</dcterms:modified>
</cp:coreProperties>
</file>